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57C1E5-7203-D399-232C-9F4040BA1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B5C8429-920B-ECBC-0C88-CC7F5B930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3CCDCC-D3FA-3604-0867-4592E014E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45E1-1761-4BEB-AF89-8EE6580C226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E6936D-61E9-9104-BB63-ABE898212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F4A053-80BF-5BFB-29B9-86F2A250D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755A-F567-4F61-AC3F-D0F1A1A6C6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073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0B4C38-41BE-03D9-5769-1410AEC09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ABB38D-09D9-6561-A6CD-F7171D44D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D1C8EB-D8B3-C767-2294-AD2856382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45E1-1761-4BEB-AF89-8EE6580C226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C242F0-2419-A82E-F4ED-9406DE685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FD4724-9D78-5291-5285-0DC3D974B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755A-F567-4F61-AC3F-D0F1A1A6C6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9231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BB0B4F-0183-0B43-EF75-596C0EAA0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9839A9-BCF4-7915-A8E2-06294C451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564ACE-7B4B-AAD9-2668-E3294431E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45E1-1761-4BEB-AF89-8EE6580C226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4CEDCC-B3C9-1B9B-ED0A-B1663B7E6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8E3C63-5444-239B-714B-12943B94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755A-F567-4F61-AC3F-D0F1A1A6C6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8467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EC2B5E-109D-803B-A52D-615E43C4C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545A6D-04DB-7D6B-D485-40FA8E71F3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80B0776-8D26-6185-5A06-9D5B3F3A1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A0EFF5-91BA-2B6B-FB8A-6DBBDD46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45E1-1761-4BEB-AF89-8EE6580C226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473DC8-BC7B-84CD-ADE4-991FCC0B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5E45AA-435B-3F78-B466-82E94DCBB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755A-F567-4F61-AC3F-D0F1A1A6C6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427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BC0D5B-D469-C990-2458-04CBABA8A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3E084CE-CDCC-16D9-037D-3E614CC66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9634B8B-07F0-FC3A-4538-8948B864F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CD88FFF-376E-7D4B-4E91-31ECF29F4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AA9B014-0F80-9CFF-8BA6-1CFF48B90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CEA3E69-B192-1074-9681-0B2E6EC18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45E1-1761-4BEB-AF89-8EE6580C226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399CBCA-7735-EF50-0F0F-911AC0CE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2A0BC9C-1635-2337-8A74-F462A102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755A-F567-4F61-AC3F-D0F1A1A6C6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6510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B104E7-F4C3-EFEB-66C2-E8D2402EA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460DE76-9740-E0DC-4C89-613E76354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45E1-1761-4BEB-AF89-8EE6580C226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7375315-4406-1C4F-107F-45DCE888F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C967906-72D1-4DBF-9EBC-F3F654151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755A-F567-4F61-AC3F-D0F1A1A6C6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5907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EE35E98-2B48-031C-7587-8113C7F5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45E1-1761-4BEB-AF89-8EE6580C226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8055D04-D8F0-1CD4-57D2-D80C85968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123E714-D12E-C87B-D53E-50601AEC6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755A-F567-4F61-AC3F-D0F1A1A6C6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7272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FF21D1-3C65-6D13-807C-4F1D04B1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FDE693-BA5D-EDEB-3C12-23316A3CD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B82E21F-B1A6-C4C3-D53D-4B9F16378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297827-1C9F-FC67-CA9B-E2EA621D4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45E1-1761-4BEB-AF89-8EE6580C226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DB1BA1-AD17-3AFB-887B-F6C76D58B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E442CE-DAC3-E9E1-A940-DF442C933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755A-F567-4F61-AC3F-D0F1A1A6C6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0136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9825F7-2746-FCEA-2E03-73EF42078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B6252C2-7EA3-0C77-E1C1-2AC444D3DF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B9FB59-94F0-9169-0590-9BEF2B611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65BE42-6CF8-0982-1AA5-EE3A4FB09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45E1-1761-4BEB-AF89-8EE6580C226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1BC6B8D-C6FF-6388-E22A-BD123D32A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1B65E01-2DB6-1730-5984-F83ED8CD3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755A-F567-4F61-AC3F-D0F1A1A6C6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9945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6B0E0F-02EF-4EDE-3085-95C84BCBA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69D269-FC28-784F-70B0-6463FB587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F886D8-21E6-4066-2C80-3DEC5CB61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45E1-1761-4BEB-AF89-8EE6580C226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B1B6B0-387D-7C49-4C7D-1C3578F54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117293-EBC4-42A5-7602-7D355BAEF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755A-F567-4F61-AC3F-D0F1A1A6C6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4199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5D3631D-E9F3-68B2-4773-5D5394FFDB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BD8436D-4F0F-38C5-CB25-9E6F17B06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6EF1E2-AB3E-E583-6FDD-CE996F475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45E1-1761-4BEB-AF89-8EE6580C226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B3303A-7253-6934-70B9-5D8CDDF6C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37C302-1767-52BC-B754-C3C9CCF0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755A-F567-4F61-AC3F-D0F1A1A6C6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0086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C7C7E9A-B3A6-77F4-A68D-2D7DB630C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12120F-091A-F1BF-ABCA-E2F796F54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346FB4-30DF-529E-12A3-3E11898EC1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8145E1-1761-4BEB-AF89-8EE6580C226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DEDF16-6106-2B54-2915-25022FB28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CF2F28-2844-673F-B4F0-756A3DC88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8C755A-F567-4F61-AC3F-D0F1A1A6C6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076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D3E41DE-C42B-4772-32CB-7A6626DFFD8F}"/>
              </a:ext>
            </a:extLst>
          </p:cNvPr>
          <p:cNvSpPr/>
          <p:nvPr/>
        </p:nvSpPr>
        <p:spPr>
          <a:xfrm>
            <a:off x="4748980" y="668594"/>
            <a:ext cx="1533832" cy="7472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SPI3_MISO</a:t>
            </a: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SPI3_SCK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4004C9D-F016-D199-589B-5556EB5E19BF}"/>
              </a:ext>
            </a:extLst>
          </p:cNvPr>
          <p:cNvSpPr/>
          <p:nvPr/>
        </p:nvSpPr>
        <p:spPr>
          <a:xfrm>
            <a:off x="6282812" y="294968"/>
            <a:ext cx="1533832" cy="11208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TIM3_CH2</a:t>
            </a: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TIM3_CH3</a:t>
            </a: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EXT13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E7F6DF2-E76F-AF49-DAA7-35674774E5A0}"/>
              </a:ext>
            </a:extLst>
          </p:cNvPr>
          <p:cNvSpPr/>
          <p:nvPr/>
        </p:nvSpPr>
        <p:spPr>
          <a:xfrm>
            <a:off x="4748980" y="294968"/>
            <a:ext cx="1533832" cy="3736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SPI3_MOSI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D076917-C3E3-B8AA-E80A-716ECE4C745D}"/>
              </a:ext>
            </a:extLst>
          </p:cNvPr>
          <p:cNvSpPr/>
          <p:nvPr/>
        </p:nvSpPr>
        <p:spPr>
          <a:xfrm>
            <a:off x="7816644" y="1666569"/>
            <a:ext cx="1533832" cy="11208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TIM2_CH1</a:t>
            </a: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TIM2_CH2</a:t>
            </a: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TIM2_CH3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182C3BE-5814-F7CB-3273-8F74CE235A70}"/>
              </a:ext>
            </a:extLst>
          </p:cNvPr>
          <p:cNvSpPr/>
          <p:nvPr/>
        </p:nvSpPr>
        <p:spPr>
          <a:xfrm>
            <a:off x="6282812" y="1666569"/>
            <a:ext cx="1533832" cy="11208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TIM2_CH1</a:t>
            </a: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TIM2_CH2</a:t>
            </a: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EXT12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4F36795-2289-A872-F78B-BFB327CB9968}"/>
              </a:ext>
            </a:extLst>
          </p:cNvPr>
          <p:cNvSpPr/>
          <p:nvPr/>
        </p:nvSpPr>
        <p:spPr>
          <a:xfrm>
            <a:off x="3215148" y="294968"/>
            <a:ext cx="1533832" cy="11208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PB5</a:t>
            </a: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PB4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PB3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84887DF-69E3-70B1-5DBE-D1B95F1C7160}"/>
              </a:ext>
            </a:extLst>
          </p:cNvPr>
          <p:cNvSpPr/>
          <p:nvPr/>
        </p:nvSpPr>
        <p:spPr>
          <a:xfrm>
            <a:off x="3215148" y="1666569"/>
            <a:ext cx="1533832" cy="11208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PA0</a:t>
            </a: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PA1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PA2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0967379-C20D-2C8D-2C72-1F770080C9F0}"/>
              </a:ext>
            </a:extLst>
          </p:cNvPr>
          <p:cNvSpPr/>
          <p:nvPr/>
        </p:nvSpPr>
        <p:spPr>
          <a:xfrm>
            <a:off x="4748980" y="2040195"/>
            <a:ext cx="1533832" cy="74725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SPI1_MISO</a:t>
            </a: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SPI1_SCK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05D0924-03C2-F1BE-FF7E-C454E4ED54CC}"/>
              </a:ext>
            </a:extLst>
          </p:cNvPr>
          <p:cNvSpPr/>
          <p:nvPr/>
        </p:nvSpPr>
        <p:spPr>
          <a:xfrm>
            <a:off x="4748980" y="1666569"/>
            <a:ext cx="1533832" cy="37362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SPI1_MOSI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6442546-0F46-6AA3-F44E-B5CBEB06426A}"/>
              </a:ext>
            </a:extLst>
          </p:cNvPr>
          <p:cNvSpPr/>
          <p:nvPr/>
        </p:nvSpPr>
        <p:spPr>
          <a:xfrm>
            <a:off x="1681316" y="1666569"/>
            <a:ext cx="1533832" cy="112087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PA7</a:t>
            </a: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PA6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PA5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D3997C2-71AA-F759-3883-4836D65D7AA3}"/>
              </a:ext>
            </a:extLst>
          </p:cNvPr>
          <p:cNvSpPr/>
          <p:nvPr/>
        </p:nvSpPr>
        <p:spPr>
          <a:xfrm>
            <a:off x="1681316" y="3038170"/>
            <a:ext cx="3067664" cy="3736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PORT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09F453A-DC8B-6ED5-F538-860DC051E5F3}"/>
              </a:ext>
            </a:extLst>
          </p:cNvPr>
          <p:cNvSpPr/>
          <p:nvPr/>
        </p:nvSpPr>
        <p:spPr>
          <a:xfrm>
            <a:off x="4748980" y="3038170"/>
            <a:ext cx="1533832" cy="3736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SPI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7A7F7E2-9310-B660-AFB2-9DF8349C94B8}"/>
              </a:ext>
            </a:extLst>
          </p:cNvPr>
          <p:cNvSpPr/>
          <p:nvPr/>
        </p:nvSpPr>
        <p:spPr>
          <a:xfrm>
            <a:off x="6282812" y="3038170"/>
            <a:ext cx="1533832" cy="3736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encoder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B189672-53F4-CF57-2CD5-0B25195EAF84}"/>
              </a:ext>
            </a:extLst>
          </p:cNvPr>
          <p:cNvSpPr/>
          <p:nvPr/>
        </p:nvSpPr>
        <p:spPr>
          <a:xfrm>
            <a:off x="7816644" y="3038170"/>
            <a:ext cx="1533832" cy="3736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hole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D02870E-84AD-B4EF-982D-5AFFC2C4D511}"/>
              </a:ext>
            </a:extLst>
          </p:cNvPr>
          <p:cNvSpPr/>
          <p:nvPr/>
        </p:nvSpPr>
        <p:spPr>
          <a:xfrm>
            <a:off x="147484" y="3038170"/>
            <a:ext cx="1533832" cy="3736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Conn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B0F9B06-0BBD-BC7A-C070-0973F7D91E50}"/>
              </a:ext>
            </a:extLst>
          </p:cNvPr>
          <p:cNvSpPr/>
          <p:nvPr/>
        </p:nvSpPr>
        <p:spPr>
          <a:xfrm>
            <a:off x="147484" y="285136"/>
            <a:ext cx="1533832" cy="11208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Conn1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085EB7DA-7771-FD1B-28BD-557B48FD75F2}"/>
              </a:ext>
            </a:extLst>
          </p:cNvPr>
          <p:cNvSpPr/>
          <p:nvPr/>
        </p:nvSpPr>
        <p:spPr>
          <a:xfrm>
            <a:off x="147484" y="1666569"/>
            <a:ext cx="1533832" cy="11208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Conn2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905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Office PowerPoint</Application>
  <PresentationFormat>ワイド画面</PresentationFormat>
  <Paragraphs>31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古城 隆人_長野</dc:creator>
  <cp:lastModifiedBy>古城 隆人_長野</cp:lastModifiedBy>
  <cp:revision>1</cp:revision>
  <dcterms:created xsi:type="dcterms:W3CDTF">2026-05-12T15:13:44Z</dcterms:created>
  <dcterms:modified xsi:type="dcterms:W3CDTF">2026-05-12T15:13:51Z</dcterms:modified>
</cp:coreProperties>
</file>